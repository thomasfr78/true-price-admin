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TRUE PRICE AUTHORITY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Technique - POC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• Stack • Fonctionnalités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0"/>
            <a:ext cx="22860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160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26080" y="4114800"/>
            <a:ext cx="228600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0" y="4160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94960" y="4114800"/>
            <a:ext cx="2286000" cy="457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5394960" y="4160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A192F"/>
                </a:solidFill>
                <a:latin typeface="FFFFFF" pitchFamily="34" charset="0"/>
                <a:ea typeface="FFFFFF" pitchFamily="34" charset="-122"/>
                <a:cs typeface="FFFFFF" pitchFamily="34" charset="-120"/>
              </a:rPr>
              <a:t>React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A19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Technique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468880" cy="1371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TailwindCSS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08960" y="1097280"/>
            <a:ext cx="2468880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0" y="1280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10896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Serverless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60720" y="1097280"/>
            <a:ext cx="2468880" cy="1371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0" y="1280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76072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PostgreSQL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26080" y="178308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178308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de Données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60320" y="33375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url, name, store, region, displayed_price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977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price_checks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560320" y="39776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offer_id, price_paypal, price_card, price_ggdeals, price_aks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617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screenshots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560320" y="46177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check_id, type, url, created_at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A19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Public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true-price-authority.vercel.app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1371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Baromètre des Menteurs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737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Gauge animée en temps réel du taux de mensonge global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577840" y="1371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Classement Vendeurs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77840" y="1737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avec badges: Most Honest, Fiable, Attention, Scam Alert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280160" y="3017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Statistiques Live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3832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Prix vérifiés, vendeurs audités, écart moyen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77840" y="3017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Détail par Offre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77840" y="33832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 complet avec screenshots de preuve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A19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Interface Admin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Checker - Outil d'audit manuel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88720" y="11887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280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Offre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URL, nom, store, prix affiché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280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651760" y="1920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Check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2286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Prix réel PayPal/CB + comparateurs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0" y="11887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577840" y="1280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1920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286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Ctrl+V pour coller les preuves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0" y="11887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1280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40880" y="1920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2286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avec toutes les données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API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/api/offers              → Liste des offres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/api/offers              → Créer offre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/api/offers/:id/checks   → Ajouter price check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/api/upload-base64       → Upload screenshot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/api/export-csv          → Export données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Métriques &amp; Algorithmes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Taux de Mensonge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lie_rate = (displayed - real) / displayed * 100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Moyenne pondérée sur tous les checks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d'un vendeur pour son score final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Vendeur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100 - avg(lie_rate)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20116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Badges attribués: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≥95% MOST_HONEST, ≥85% GOLD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≥75% SILVER, ≥60% WARNING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&lt;60% SCAM_ALERT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Actuelles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" y="4297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Offres trackées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37490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651760" y="4297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checks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37490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846320" y="4297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40880" y="37490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26.9%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040880" y="4297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 rate moyen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A19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 Technique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3474720"/>
          </a:xfrm>
          <a:prstGeom prst="rect">
            <a:avLst/>
          </a:prstGeom>
          <a:solidFill>
            <a:srgbClr val="FFFFFF"/>
          </a:solidFill>
          <a:ln w="38100">
            <a:solidFill>
              <a:srgbClr val="27AE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65176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Manuel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Dashboard démo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Admin page-checker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Export CSV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005840"/>
            <a:ext cx="2651760" cy="3474720"/>
          </a:xfrm>
          <a:prstGeom prst="rect">
            <a:avLst/>
          </a:prstGeom>
          <a:solidFill>
            <a:srgbClr val="FFFFFF"/>
          </a:solidFill>
          <a:ln w="381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005840"/>
            <a:ext cx="265176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051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Scraping Allkeyshop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2377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Scraping GGdeals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2743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Cron jobs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1005840"/>
            <a:ext cx="2651760" cy="3474720"/>
          </a:xfrm>
          <a:prstGeom prst="rect">
            <a:avLst/>
          </a:prstGeom>
          <a:solidFill>
            <a:srgbClr val="FFFFFF"/>
          </a:solidFill>
          <a:ln w="381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005840"/>
            <a:ext cx="2651760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051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MCP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Endpoint Trust Score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2377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Best Price API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2743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Docs Swagger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A1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true-price-authority.vercel.app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Public + Interface Admin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True Price Authority - Demo Technique POC</dc:title>
  <dc:subject>PptxGenJS Presentation</dc:subject>
  <dc:creator>Thomas Chartrain</dc:creator>
  <cp:lastModifiedBy>Thomas Chartrain</cp:lastModifiedBy>
  <cp:revision>1</cp:revision>
  <dcterms:created xsi:type="dcterms:W3CDTF">2026-01-30T05:00:15Z</dcterms:created>
  <dcterms:modified xsi:type="dcterms:W3CDTF">2026-01-30T05:00:15Z</dcterms:modified>
</cp:coreProperties>
</file>