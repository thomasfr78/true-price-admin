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TRUE PRICE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Source de Vérité sur les Prix du Gaming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• Transparence • Confiance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F3C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 Problème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645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prix barrés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sont FAUX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560320" cy="16459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1188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€2.3M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291840" y="19202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perdus par 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consommateurs/an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097280"/>
            <a:ext cx="2560320" cy="16459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188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126480" y="19202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vérification existe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comparateurs de prix de jeux vidéo (Allkeyshop, GG.deals) affichent des prix incorrects.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marchands gonflent les 'prix barrés' pour simuler de fausses promotions.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frais cachés (PayPal, protection acheteur) ne sont pas inclus.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consommateurs ne peuvent pas vérifier l'honnêteté des vendeurs.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Notre Solution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2004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🔍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Vérification terrain des prix réels vs affichés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097280"/>
            <a:ext cx="2651760" cy="32004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⭐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83280" y="2011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SCORING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566160" y="265176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Classement d'intégrité des vendeurs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097280"/>
            <a:ext cx="2651760" cy="32004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📊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309360" y="2011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MÉDIA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92240" y="265176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Publication des résultats (infographies, vidéos)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'Baromètre des Menteurs' - Taux de mensonge calculé en temps réel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F3C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097280" cy="7315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344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73736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Affiliation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37360" y="1508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sur redirections qualifiées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097280" cy="7315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488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73736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MCP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2423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Licence pour IA/assistants (Trust Score)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1097280" cy="7315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632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73736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37360" y="33375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Sponsoring, partenariats éditoriaux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1097280" cy="7315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9776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737360" y="3931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37360" y="4251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Rapports sectoriels premium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F3C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Traction &amp;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463040" y="1371600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Live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566160" y="137160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283464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Fév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83464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Dashboard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1371600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2026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MCP Beta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0" y="1371600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4088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Launch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7280" y="1554480"/>
            <a:ext cx="73152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Métriques Actuelles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Vendeurs audités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35661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156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338328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Prix vérifiés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35661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26.9%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30936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Taux de mensonge moyen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Notre Demande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1371600"/>
            <a:ext cx="4572000" cy="22860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16459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€150K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286000" y="2560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12 mois de runway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Utilisation des fonds: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Tech &amp; Produit (scraping, IA, dashboards)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Marketing &amp; Média (acquisition, content)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Ops &amp; Legal (VA, juridique)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61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Merci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Thomas Chartrain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tcha78@gmail.com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true-price-authority.vercel.app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True Price Authority - Pitch Investisseur</dc:title>
  <dc:subject>PptxGenJS Presentation</dc:subject>
  <dc:creator>Thomas Chartrain</dc:creator>
  <cp:lastModifiedBy>Thomas Chartrain</cp:lastModifiedBy>
  <cp:revision>1</cp:revision>
  <dcterms:created xsi:type="dcterms:W3CDTF">2026-01-30T04:58:00Z</dcterms:created>
  <dcterms:modified xsi:type="dcterms:W3CDTF">2026-01-30T04:58:00Z</dcterms:modified>
</cp:coreProperties>
</file>